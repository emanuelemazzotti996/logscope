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b="1" sz="4400">
                <a:solidFill>
                  <a:srgbClr val="00FFFF"/>
                </a:solidFill>
              </a:defRPr>
            </a:pPr>
            <a:r>
              <a:t>Parvis Loggy-Eye: Diagnostic Intelligence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2400">
                <a:solidFill>
                  <a:srgbClr val="FFFFFF"/>
                </a:solidFill>
              </a:defRPr>
            </a:pPr>
            <a:r>
              <a:t>L'integrazione forense per l'Ecosistema Abaco Server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9224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787878"/>
                </a:solidFill>
              </a:defRPr>
            </a:pPr>
            <a:r>
              <a:t>© 2026 Parvis Loggy-Eye Analysis Suite — Progettato per l'Eccellenza.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3600">
                <a:solidFill>
                  <a:srgbClr val="00FFFF"/>
                </a:solidFill>
              </a:defRPr>
            </a:pPr>
            <a:r>
              <a:t>Sfide e Complessità Attuali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r>
              <a:t>Dati frammentati tra ICS e Server Library.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r>
              <a:t>File di grandi dimensioni (&gt;100MB) complessi da navigare.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r>
              <a:t>MTTR elevato dovuto a identificazione lenta del root cause.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9224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787878"/>
                </a:solidFill>
              </a:defRPr>
            </a:pPr>
            <a:r>
              <a:t>© 2026 Parvis Loggy-Eye Analysis Suite — Progettato per l'Eccellenza.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3600">
                <a:solidFill>
                  <a:srgbClr val="00FFFF"/>
                </a:solidFill>
              </a:defRPr>
            </a:pPr>
            <a:r>
              <a:t>La Soluzione: Performance &amp; UI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r>
              <a:t>Architettura Standalone basata su Electron/React.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r>
              <a:t>Rendering virtualizzato ad alta fluidità.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r>
              <a:t>Parsing asincrono per un'esperienza d'uso premium.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9224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787878"/>
                </a:solidFill>
              </a:defRPr>
            </a:pPr>
            <a:r>
              <a:t>© 2026 Parvis Loggy-Eye Analysis Suite — Progettato per l'Eccellenza.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3600">
                <a:solidFill>
                  <a:srgbClr val="00FFFF"/>
                </a:solidFill>
              </a:defRPr>
            </a:pPr>
            <a:r>
              <a:t>Motore di Analisi Avanzato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r>
              <a:t>Boot Tracking: Rilevamento automatico di anomalie e blackout.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r>
              <a:t>Dashboard Integrazione: Ogni evento è cliccabile per il jump istantaneo al log.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r>
              <a:t>MDR Ready: Estrazione automatica locale e remota.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9224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787878"/>
                </a:solidFill>
              </a:defRPr>
            </a:pPr>
            <a:r>
              <a:t>© 2026 Parvis Loggy-Eye Analysis Suite — Progettato per l'Eccellenza.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3600">
                <a:solidFill>
                  <a:srgbClr val="00FFFF"/>
                </a:solidFill>
              </a:defRPr>
            </a:pPr>
            <a:r>
              <a:t>Valore Aziendale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r>
              <a:t>Field Support: Diagnostica immediata senza dipendenza da sviluppatori.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r>
              <a:t>Report Professionali: Comunicazione chiara verso il cliente finale.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r>
              <a:t>QA Optimization: Validazione flussi di produzione accelerata.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9224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787878"/>
                </a:solidFill>
              </a:defRPr>
            </a:pPr>
            <a:r>
              <a:t>© 2026 Parvis Loggy-Eye Analysis Suite — Progettato per l'Eccellenza.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3600">
                <a:solidFill>
                  <a:srgbClr val="00FFFF"/>
                </a:solidFill>
              </a:defRPr>
            </a:pPr>
            <a:r>
              <a:t>Conclusioni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r>
              <a:t>Standardizzazione della diagnostica Abaco.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r>
              <a:t>Repo GitHub attivo e tool pronto al deployment.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r>
              <a:t>Migliore percezione tecnologica del brand.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9224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787878"/>
                </a:solidFill>
              </a:defRPr>
            </a:pPr>
            <a:r>
              <a:t>© 2026 Parvis Loggy-Eye Analysis Suite — Progettato per l'Eccellenza.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