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00FFFF"/>
                </a:solidFill>
              </a:defRPr>
            </a:pPr>
            <a:r>
              <a:t>Parvis Loggy-Eye: Diagnostic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Forensic integration for the Abaco Server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Designed for Excellence.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Current Challenges &amp;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Fragmented data between ICS and Server Library.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Large files (&gt;100MB) complex to navigate.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High MTTR due to slow root cause identification.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Designed for Excellence.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The Solution: Performance &amp;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Standalone architecture based on Electron/React.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High-fluidity virtualized rendering.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Asynchronous parsing for a premium user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Designed for Excellence.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Advanced Analysis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Boot Tracking: Automatic detection of anomalies and blackouts.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Integration Dashboard: Every event is clickable for instant jump to log.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MDR Ready: Automatic local and remote extraction.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Designed for Excellence.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Field Support: Immediate diagnostics without developer dependency.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Professional Reports: Clear communication with the end client.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QA Optimization: Accelerated production flow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Designed for Excellence.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Standardization of Abaco diagnostics.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Active GitHub repo and tool ready for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Improved technological perception of the brand.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© 2026 Parvis Loggy-Eye Analysis Suite — Designed for Excellence.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